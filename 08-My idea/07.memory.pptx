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66" r:id="rId2"/>
    <p:sldId id="258" r:id="rId3"/>
    <p:sldId id="259" r:id="rId4"/>
    <p:sldId id="260" r:id="rId5"/>
    <p:sldId id="256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0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55CCD-8E9A-A9A5-CFE8-332D0DA05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C122CF-F5EC-7CC1-59FB-0D84CD6A4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A0089-5473-674A-9444-7E606D2C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E32A25-8FDB-1C83-DD8E-21282066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7D9D06-7225-92DB-CCE5-068EFF47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7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61E76-DFA7-CFDE-21AB-F6298399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D1822-077E-5D9C-BD8A-B5F123B1A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31173-E77C-DEE8-02F5-97E8DE92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01ADE-1E50-751C-A3D5-479C42CB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B963F-86CA-3D90-9B20-8B6F2F48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7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6E532-86AE-4659-A896-8CA8B553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0E1F9-A90F-C393-A804-EE6405AE4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80EEC0-2459-CE0A-97BC-7E246EBA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C0E25-7E15-4C9E-18B7-6DECEAF5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DC996-4C58-6D49-1FCB-39900B8D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77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D5754-00E3-DC62-7CB9-7C7CB0EC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7068F-474E-D865-95C2-07781B9D3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54EA1D-1164-6280-0C79-29D5E32BF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ABB403-898F-DE7E-7A94-D31E6FC2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9D92C4-086E-DE7B-6E5C-DADB89B0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10081C-F0BF-F207-74A5-643BE6E8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36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BDC76-D921-8071-B2E3-9E4A841BD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29C7B-2F0B-C230-F574-B25F72ED0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9F2DC6-5102-F262-C3CC-A76FE1A2D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638DA3-1164-43BD-0044-A0C2E1699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B11F7F-335B-E45A-71CA-686612A52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53F14D-956E-7119-F32E-B3695F26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EA4F28-6149-88FF-7648-DFD0D055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267E96-D656-1F2B-C8D6-4C913AFC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763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4F747-2269-6C05-B8EF-22BABAAD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0D4CEA-7CE9-9BAA-C055-95BD3F60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94EE05-EE42-A117-F72E-C3266CFA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6844F6-5E29-3F98-8683-F4E8F593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48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6EA311-99A7-42B0-A258-531AB685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D97A4E-C170-74B8-83A7-55BF4D2B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4346DD-781D-29FE-E2DA-6A6EE7ED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29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09D15-3CEC-9243-5EE1-DCD9935B4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1B533A-7E0C-6342-6F5C-791B9C679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904BB3-7718-7456-BFC9-B88261C3C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0EF10-0E91-6136-BC03-0E6A2112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FF4679-2D97-03B0-4874-EF788EF81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E7BA1C-298B-CAF3-2E0B-443C956B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87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1AAF0-D27B-1FE8-E6A0-B8EED16A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DA0615-3099-EA6E-60DF-9AAD261D1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ECE69F-AA97-29CB-8FF4-D16ACF0C2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ED09AA-1B4C-3784-A4B8-DDE50963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0F2CD2-D52E-8908-7BF7-43790B32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6A4FE-A417-1959-1BA2-8098090D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46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A030B-DC97-303B-E6DE-2C7BA646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D57E70-E516-8E35-C6AC-1F6EE9C16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6DEE9-C1F4-0EFF-B39B-BF88B8C7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ECFA6B-1F7C-6DE6-1EDE-D1861DEA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CD536A-F7DC-B7AE-8AE3-E692E30E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96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D00DFC-B595-D6E9-FCD4-DDCEB62EA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698DAC-182E-FEE2-1FF2-4651DBD11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89E61-C519-AFA0-D8DB-0969AA91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0E916-5A38-77B0-FAEA-7029301B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556470-009E-62DE-5AFB-DE140460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65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CB38B3-5A85-DB4F-149A-7C56EDF2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3D35FD-5796-9BAA-FEFA-C6CE5E71A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19ED87-BD4A-ECD2-C24A-CCFC52BD6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55309-D82C-4A06-8261-0833C5E3A1E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EFAB3A-E024-0D19-94ED-AB72EE356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24A4CB-CCD4-9829-B491-17AC95758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13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45608-FB28-B622-F9B3-263EA5AFBF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Agent </a:t>
            </a:r>
            <a:r>
              <a:rPr lang="zh-CN" altLang="en-US"/>
              <a:t>设计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C7FA97-594F-8BA1-4E8A-C76D8AED09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Julie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78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2221-0558-F5C8-D563-AAC0AB81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4A5657-E9AA-F9C0-55AB-B946F5C8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7189" y="1182658"/>
            <a:ext cx="12067523" cy="325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79D25B-A7BD-B46A-9E65-9C5D6E39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04" y="12502"/>
            <a:ext cx="8851995" cy="580599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773D54E-EEEC-41BE-0726-38DCCAC22097}"/>
              </a:ext>
            </a:extLst>
          </p:cNvPr>
          <p:cNvSpPr/>
          <p:nvPr/>
        </p:nvSpPr>
        <p:spPr>
          <a:xfrm>
            <a:off x="8802806" y="4471916"/>
            <a:ext cx="2229134" cy="18697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39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FB979B-6F3B-D379-672D-1AAC4A203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421" y="0"/>
            <a:ext cx="8061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4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28C1848-94FA-7385-D1E0-7B169759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7882" y="-54591"/>
            <a:ext cx="12062372" cy="70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0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92BAF-3988-F82E-126C-313FC848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70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F0EC-E1F8-F72A-9D79-A2CCF61B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53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765A9-5458-02FD-E5AD-F6F13DC5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699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C96F-78F8-E9DE-9F25-F831128E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031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FE79-ACF9-D1CE-6B2E-04C7A896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601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3</Words>
  <Application>Microsoft Office PowerPoint</Application>
  <PresentationFormat>宽屏</PresentationFormat>
  <Paragraphs>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Agent 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 p</dc:creator>
  <cp:lastModifiedBy>Julie p</cp:lastModifiedBy>
  <cp:revision>7</cp:revision>
  <dcterms:created xsi:type="dcterms:W3CDTF">2026-07-11T06:43:36Z</dcterms:created>
  <dcterms:modified xsi:type="dcterms:W3CDTF">2026-07-11T11:03:38Z</dcterms:modified>
</cp:coreProperties>
</file>